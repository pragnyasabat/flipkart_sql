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15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457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100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816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356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801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061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370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324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552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3667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380308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3357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4456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2683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2032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833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1653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Logistics Optimization for Delivery Routes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SQL-Driven Operational Intelligence | Flipkart Case Study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delivery delays and operational inefficiencies</a:t>
            </a:r>
          </a:p>
          <a:p>
            <a:pPr lvl="1"/>
            <a:r>
              <a:t>Benchmark route, warehouse, and agent performance</a:t>
            </a:r>
          </a:p>
          <a:p>
            <a:pPr lvl="1"/>
            <a:r>
              <a:t>Build KPI-driven decision framework using SQL analytics</a:t>
            </a:r>
          </a:p>
          <a:p>
            <a:pPr lvl="1"/>
            <a:r>
              <a:t>Provide data-backed optimization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Task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Cleaning &amp; Validation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Duplicate Check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SELECT * FROM orders;</a:t>
            </a:r>
          </a:p>
          <a:p>
            <a:r>
              <a:t>SELECT DISTINCT * FROM orders;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duplicate records identified across core tables</a:t>
            </a:r>
          </a:p>
          <a:p>
            <a:pPr lvl="1"/>
            <a:r>
              <a:t>Date format standardized to YYYY-MM-DD</a:t>
            </a:r>
          </a:p>
          <a:p>
            <a:pPr lvl="1"/>
            <a:r>
              <a:t>Validated delivery chronology integrity</a:t>
            </a:r>
          </a:p>
          <a:p>
            <a:pPr lvl="1"/>
            <a:r>
              <a:t>Null traffic delays evaluated route-wise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Task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Delivery Delay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Delay Calculation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SELECT DATEDIFF(actual_delivery_date, expected_delivery_date) AS delay_days</a:t>
            </a:r>
          </a:p>
          <a:p>
            <a:r>
              <a:t>FROM orders;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Delayed Routes (Derived from Analysis)</a:t>
            </a:r>
          </a:p>
        </p:txBody>
      </p:sp>
      <p:pic>
        <p:nvPicPr>
          <p:cNvPr id="3" name="Picture 2" descr="premium_ch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26" y="1966452"/>
            <a:ext cx="7315200" cy="45867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Delay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Small subset of routes contribute disproportionately to total delay</a:t>
            </a:r>
          </a:p>
          <a:p>
            <a:pPr lvl="1"/>
            <a:r>
              <a:t>High traffic_delay_min correlates with increased SLA breach risk</a:t>
            </a:r>
          </a:p>
          <a:p>
            <a:pPr lvl="1"/>
            <a:r>
              <a:t>Route-level rebalancing recommended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Task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Route Efficiency Optimization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Efficiency Ratio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SELECT route_id,</a:t>
            </a:r>
          </a:p>
          <a:p>
            <a:r>
              <a:t>       distance_km / average_travel_time_min AS efficiency_ratio</a:t>
            </a:r>
          </a:p>
          <a:p>
            <a:r>
              <a:t>FROM routes;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Route Efficiency Benchmark</a:t>
            </a:r>
          </a:p>
        </p:txBody>
      </p:sp>
      <p:pic>
        <p:nvPicPr>
          <p:cNvPr id="3" name="Picture 2" descr="premium_char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Optimization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Low ratio routes indicate poor time utilization</a:t>
            </a:r>
          </a:p>
          <a:p>
            <a:pPr lvl="1"/>
            <a:r>
              <a:t>Operational optimization possible through route redesign</a:t>
            </a:r>
          </a:p>
          <a:p>
            <a:pPr lvl="1"/>
            <a:r>
              <a:t>Alternative route reallocation suggested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Task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Warehouse Performance Benchmarking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Processing Time Warehouses</a:t>
            </a:r>
          </a:p>
        </p:txBody>
      </p:sp>
      <p:pic>
        <p:nvPicPr>
          <p:cNvPr id="3" name="Picture 2" descr="premium_chart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53248"/>
            <a:ext cx="7315200" cy="466540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Warehouse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processing time linked to delivery delay clusters</a:t>
            </a:r>
          </a:p>
          <a:p>
            <a:pPr lvl="1"/>
            <a:r>
              <a:t>Potential capacity imbalance across hubs</a:t>
            </a:r>
          </a:p>
          <a:p>
            <a:pPr lvl="1"/>
            <a:r>
              <a:t>Load redistribution recommended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Task 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Delivery Agent Performance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vs Bottom Agent Speed Comparison</a:t>
            </a:r>
          </a:p>
        </p:txBody>
      </p:sp>
      <p:pic>
        <p:nvPicPr>
          <p:cNvPr id="3" name="Picture 2" descr="premium_chart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95948"/>
            <a:ext cx="7315200" cy="469490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variance observed across agents</a:t>
            </a:r>
          </a:p>
          <a:p>
            <a:pPr lvl="1"/>
            <a:r>
              <a:t>Speed differential directly impacts SLA</a:t>
            </a:r>
          </a:p>
          <a:p>
            <a:pPr lvl="1"/>
            <a:r>
              <a:t>Targeted training &amp; route allocation recommended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Task 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Shipment Delay Root Cause Analysis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Most Common Delay Reasons</a:t>
            </a:r>
          </a:p>
        </p:txBody>
      </p:sp>
      <p:pic>
        <p:nvPicPr>
          <p:cNvPr id="3" name="Picture 2" descr="premium_chart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6452"/>
            <a:ext cx="7315200" cy="465557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Root Cause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Traffic congestion is dominant disruption driver</a:t>
            </a:r>
          </a:p>
          <a:p>
            <a:pPr lvl="1"/>
            <a:r>
              <a:t>Hub delays indicate processing inefficiencies</a:t>
            </a:r>
          </a:p>
          <a:p>
            <a:pPr lvl="1"/>
            <a:r>
              <a:t>Operational mitigation planning required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Strategic Findings &amp; Business Impact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Strategic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Concentration of delays in limited route clusters</a:t>
            </a:r>
          </a:p>
          <a:p>
            <a:pPr lvl="1"/>
            <a:r>
              <a:t>Warehouse bottlenecks impacting SLA compliance</a:t>
            </a:r>
          </a:p>
          <a:p>
            <a:pPr lvl="1"/>
            <a:r>
              <a:t>Agent productivity variance measurable &amp; optimizable</a:t>
            </a:r>
          </a:p>
          <a:p>
            <a:pPr lvl="1"/>
            <a:r>
              <a:t>Traffic remains primary systemic constraint</a:t>
            </a:r>
          </a:p>
          <a:p>
            <a:pPr lvl="1"/>
            <a:r>
              <a:t>End-to-end optimization potential identified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</TotalTime>
  <Words>323</Words>
  <Application>Microsoft Office PowerPoint</Application>
  <PresentationFormat>On-screen Show (4:3)</PresentationFormat>
  <Paragraphs>67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Century Gothic</vt:lpstr>
      <vt:lpstr>Wingdings 3</vt:lpstr>
      <vt:lpstr>Ion</vt:lpstr>
      <vt:lpstr>Logistics Optimization for Delivery Routes</vt:lpstr>
      <vt:lpstr>Project Objective</vt:lpstr>
      <vt:lpstr>Task 1</vt:lpstr>
      <vt:lpstr>Duplicate Check Logic</vt:lpstr>
      <vt:lpstr>Data Preparation Insights</vt:lpstr>
      <vt:lpstr>Task 2</vt:lpstr>
      <vt:lpstr>Delay Calculation Logic</vt:lpstr>
      <vt:lpstr>Top Delayed Routes (Derived from Analysis)</vt:lpstr>
      <vt:lpstr>Delay Insights</vt:lpstr>
      <vt:lpstr>Task 3</vt:lpstr>
      <vt:lpstr>Efficiency Ratio Logic</vt:lpstr>
      <vt:lpstr>Route Efficiency Benchmark</vt:lpstr>
      <vt:lpstr>Optimization Insights</vt:lpstr>
      <vt:lpstr>Task 4</vt:lpstr>
      <vt:lpstr>Top Processing Time Warehouses</vt:lpstr>
      <vt:lpstr>Warehouse Insights</vt:lpstr>
      <vt:lpstr>Task 5</vt:lpstr>
      <vt:lpstr>Top vs Bottom Agent Speed Comparison</vt:lpstr>
      <vt:lpstr>Agent Insights</vt:lpstr>
      <vt:lpstr>Task 6</vt:lpstr>
      <vt:lpstr>Most Common Delay Reasons</vt:lpstr>
      <vt:lpstr>Root Cause Insights</vt:lpstr>
      <vt:lpstr>Executive Summary</vt:lpstr>
      <vt:lpstr>Final Strategic Conclusions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Pragnya Nanda Sabat</cp:lastModifiedBy>
  <cp:revision>2</cp:revision>
  <dcterms:created xsi:type="dcterms:W3CDTF">2013-01-27T09:14:16Z</dcterms:created>
  <dcterms:modified xsi:type="dcterms:W3CDTF">2026-02-14T15:15:06Z</dcterms:modified>
  <cp:category/>
</cp:coreProperties>
</file>